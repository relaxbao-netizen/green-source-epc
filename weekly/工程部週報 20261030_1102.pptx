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4" r:id="rId2"/>
    <p:sldId id="707" r:id="rId3"/>
    <p:sldId id="328" r:id="rId4"/>
    <p:sldId id="715" r:id="rId5"/>
    <p:sldId id="705" r:id="rId6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6041" autoAdjust="0"/>
  </p:normalViewPr>
  <p:slideViewPr>
    <p:cSldViewPr snapToGrid="0">
      <p:cViewPr varScale="1">
        <p:scale>
          <a:sx n="105" d="100"/>
          <a:sy n="105" d="100"/>
        </p:scale>
        <p:origin x="7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280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D62E987-7EBA-43A6-9FB1-518ACC0C0016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2026/10/30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2977E94-A6AB-4E02-8E43-E89F9CF4757F}" type="slidenum"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1CB75E-0C48-4433-BA77-C1F21AF9D86A}" type="datetime1">
              <a:rPr lang="zh-TW" altLang="en-US" smtClean="0"/>
              <a:pPr/>
              <a:t>2026/10/30</a:t>
            </a:fld>
            <a:endParaRPr lang="zh-TW" altLang="en-US" dirty="0"/>
          </a:p>
        </p:txBody>
      </p:sp>
      <p:sp>
        <p:nvSpPr>
          <p:cNvPr id="4" name="投影片影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ED491D0-8E1B-49C7-849B-A28568D94497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>
            <a:extLst>
              <a:ext uri="{FF2B5EF4-FFF2-40B4-BE49-F238E27FC236}">
                <a16:creationId xmlns:a16="http://schemas.microsoft.com/office/drawing/2014/main" id="{3A164D86-336A-2349-15E8-4207643B70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>
            <a:extLst>
              <a:ext uri="{FF2B5EF4-FFF2-40B4-BE49-F238E27FC236}">
                <a16:creationId xmlns:a16="http://schemas.microsoft.com/office/drawing/2014/main" id="{29D28226-2CF5-2647-2375-67D263B7B7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9460" name="投影片編號版面配置區 3">
            <a:extLst>
              <a:ext uri="{FF2B5EF4-FFF2-40B4-BE49-F238E27FC236}">
                <a16:creationId xmlns:a16="http://schemas.microsoft.com/office/drawing/2014/main" id="{D5876671-0B37-C563-CA3E-398DC9924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21C9B475-2160-4D0D-B775-07063B412602}" type="slidenum">
              <a:rPr lang="en-US" altLang="zh-TW" smtClean="0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rtlCol="0"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11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D869B4D-421E-43A3-BBAA-8CCFA957A67D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12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13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2C5D44-5C85-485C-A00E-3A215B865BFF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 rtlCol="0"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A14740C-1CD2-4B76-9AEA-8BECFA354BC5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4F1B4F-4B27-41CF-A46C-C0E416EBA6A3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日期預留位置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F5A7E8-AC39-4209-B53D-28B070EB2637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8" name="頁尾預留位置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4A37D3-65DB-46B6-81BC-43363DB4BC67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預留位置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63B5AA-F24B-482A-91F0-C543E9D06BFE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3" name="頁尾預留位置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 rtlCol="0"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內容預留位置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 rtlCol="0"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26CB77-6226-4325-8851-4C25870E44A4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 rtlCol="0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圖片預留位置 2" descr="要新增影像的空白預留位置。按一下預留位置，然後選取您要新增的影像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02A5DE-81A3-4C0F-B253-6B97355A8EFB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B3D213-BE9F-47D9-B14D-790FF4D46DDE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vert"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 rtlCol="0"/>
          <a:lstStyle/>
          <a:p>
            <a:pPr rtl="0"/>
            <a:fld id="{5E5D3233-A6CF-47E7-8A67-907069E6709A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標題預留位置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  <a:p>
            <a:pPr lvl="5" rtl="0"/>
            <a:r>
              <a:rPr lang="zh-TW" altLang="en-US" dirty="0"/>
              <a:t>第六</a:t>
            </a:r>
          </a:p>
          <a:p>
            <a:pPr lvl="6" rtl="0"/>
            <a:r>
              <a:rPr lang="zh-TW" altLang="en-US" dirty="0"/>
              <a:t>第七</a:t>
            </a:r>
          </a:p>
          <a:p>
            <a:pPr lvl="7" rtl="0"/>
            <a:r>
              <a:rPr lang="zh-TW" altLang="en-US" dirty="0"/>
              <a:t>第八</a:t>
            </a:r>
          </a:p>
          <a:p>
            <a:pPr lvl="8" rtl="0"/>
            <a:r>
              <a:rPr lang="zh-TW" altLang="en-US" dirty="0"/>
              <a:t>第九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52E09C-297D-4B4B-9D8E-547194E495B4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03813" y="1298089"/>
            <a:ext cx="441659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6000" b="1" spc="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工程部週報</a:t>
            </a:r>
          </a:p>
        </p:txBody>
      </p:sp>
      <p:sp>
        <p:nvSpPr>
          <p:cNvPr id="4" name="矩形 3"/>
          <p:cNvSpPr/>
          <p:nvPr/>
        </p:nvSpPr>
        <p:spPr>
          <a:xfrm>
            <a:off x="261270" y="2612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b="1" spc="3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綠源科技股份有限公司</a:t>
            </a:r>
          </a:p>
          <a:p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Green Source Technology</a:t>
            </a:r>
          </a:p>
        </p:txBody>
      </p:sp>
      <p:sp>
        <p:nvSpPr>
          <p:cNvPr id="5" name="矩形 4"/>
          <p:cNvSpPr/>
          <p:nvPr/>
        </p:nvSpPr>
        <p:spPr>
          <a:xfrm>
            <a:off x="4031440" y="2397642"/>
            <a:ext cx="39613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2026/10/27</a:t>
            </a:r>
            <a:r>
              <a:rPr lang="zh-TW" altLang="en-US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2026/10/30</a:t>
            </a:r>
            <a:endParaRPr lang="en-US" altLang="zh-TW" sz="2400" b="1" dirty="0">
              <a:solidFill>
                <a:schemeClr val="accent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5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FD618-90BE-B7D6-819E-1611B8750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C037763-66CE-C081-DE62-6AD6BC9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法蘭摩沙－鎮寶、名湶、俊雄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DEFFEB7-0315-B08B-2CDB-92C6935D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8" y="2221076"/>
            <a:ext cx="9926247" cy="44498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b="1">
                <a:solidFill>
                  <a:schemeClr val="tx2"/>
                </a:solidFill>
              </a:rPr>
              <a:t>Tube</a:t>
            </a:r>
            <a:r>
              <a:rPr lang="zh-TW" altLang="en-US" sz="2000" b="1">
                <a:solidFill>
                  <a:schemeClr val="tx2"/>
                </a:solidFill>
              </a:rPr>
              <a:t> 管安裝：</a:t>
            </a:r>
            <a:r>
              <a:rPr lang="en-US" altLang="zh-TW" sz="2000" b="1">
                <a:solidFill>
                  <a:schemeClr val="tx2"/>
                </a:solidFill>
              </a:rPr>
              <a:t>74%</a:t>
            </a:r>
          </a:p>
          <a:p>
            <a:pPr marL="0" indent="0">
              <a:buNone/>
            </a:pPr>
            <a:r>
              <a:rPr lang="zh-TW" altLang="en-US" sz="2000" b="1">
                <a:solidFill>
                  <a:schemeClr val="tx2"/>
                </a:solidFill>
              </a:rPr>
              <a:t>儀表結線：</a:t>
            </a:r>
            <a:r>
              <a:rPr lang="en-US" altLang="zh-TW" sz="2000" b="1">
                <a:solidFill>
                  <a:schemeClr val="tx2"/>
                </a:solidFill>
              </a:rPr>
              <a:t>96%</a:t>
            </a:r>
          </a:p>
          <a:p>
            <a:pPr marL="0" indent="0">
              <a:buNone/>
            </a:pPr>
            <a:r>
              <a:rPr lang="zh-TW" altLang="en-US" sz="2000" b="1">
                <a:solidFill>
                  <a:schemeClr val="tx2"/>
                </a:solidFill>
              </a:rPr>
              <a:t>總進度：</a:t>
            </a:r>
            <a:r>
              <a:rPr lang="en-US" altLang="zh-TW" sz="2000" b="1">
                <a:solidFill>
                  <a:schemeClr val="tx2"/>
                </a:solidFill>
              </a:rPr>
              <a:t>91.9%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14ABDB5-E556-6502-5EA8-B8A89E7E9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0" y="3699508"/>
            <a:ext cx="7888914" cy="28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54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E1A27CA-4BAE-5BF5-65AB-EBA8BC0C1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施工進度表</a:t>
            </a:r>
          </a:p>
        </p:txBody>
      </p:sp>
      <p:pic>
        <p:nvPicPr>
          <p:cNvPr id="6" name="圖片 2">
            <a:extLst>
              <a:ext uri="{FF2B5EF4-FFF2-40B4-BE49-F238E27FC236}">
                <a16:creationId xmlns:a16="http://schemas.microsoft.com/office/drawing/2014/main" id="{E8429866-1EF4-DEFE-36C9-D95114F5D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462" y="1828456"/>
            <a:ext cx="9363075" cy="434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群組 13">
            <a:extLst>
              <a:ext uri="{FF2B5EF4-FFF2-40B4-BE49-F238E27FC236}">
                <a16:creationId xmlns:a16="http://schemas.microsoft.com/office/drawing/2014/main" id="{71E8A796-888B-988C-6E9D-06AE6F492A7A}"/>
              </a:ext>
            </a:extLst>
          </p:cNvPr>
          <p:cNvGrpSpPr/>
          <p:nvPr/>
        </p:nvGrpSpPr>
        <p:grpSpPr>
          <a:xfrm>
            <a:off x="3322638" y="6176619"/>
            <a:ext cx="5546725" cy="590550"/>
            <a:chOff x="5230812" y="6176619"/>
            <a:chExt cx="5546725" cy="590550"/>
          </a:xfrm>
        </p:grpSpPr>
        <p:pic>
          <p:nvPicPr>
            <p:cNvPr id="9" name="圖片 4">
              <a:extLst>
                <a:ext uri="{FF2B5EF4-FFF2-40B4-BE49-F238E27FC236}">
                  <a16:creationId xmlns:a16="http://schemas.microsoft.com/office/drawing/2014/main" id="{C6B64960-DD9F-E17A-78D6-5D7BC080DB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0812" y="6176619"/>
              <a:ext cx="2155825" cy="590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圖片 6">
              <a:extLst>
                <a:ext uri="{FF2B5EF4-FFF2-40B4-BE49-F238E27FC236}">
                  <a16:creationId xmlns:a16="http://schemas.microsoft.com/office/drawing/2014/main" id="{057848EB-E4A4-3CCA-2273-442689BFA1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6637" y="6176619"/>
              <a:ext cx="3390900" cy="590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1C170-F040-CA04-6085-247771478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4B659C5A-D824-B94A-97C7-E2FE0D79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>
                <a:solidFill>
                  <a:schemeClr val="bg2"/>
                </a:solidFill>
              </a:rPr>
              <a:t>儀表安裝、配管工程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pic>
        <p:nvPicPr>
          <p:cNvPr id="3" name="Picture 20484" descr="image.jpeg">
            <a:extLst>
              <a:ext uri="{FF2B5EF4-FFF2-40B4-BE49-F238E27FC236}">
                <a16:creationId xmlns:a16="http://schemas.microsoft.com/office/drawing/2014/main" id="{B174FA21-4713-5BE3-DB5A-F79D4D227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88" y="1828800"/>
            <a:ext cx="3278517" cy="2459442"/>
          </a:xfrm>
          <a:prstGeom prst="rect">
            <a:avLst/>
          </a:prstGeom>
        </p:spPr>
      </p:pic>
      <p:pic>
        <p:nvPicPr>
          <p:cNvPr id="7" name="Picture 20485" descr="image.jpeg">
            <a:extLst>
              <a:ext uri="{FF2B5EF4-FFF2-40B4-BE49-F238E27FC236}">
                <a16:creationId xmlns:a16="http://schemas.microsoft.com/office/drawing/2014/main" id="{9FC08E62-AD4E-6C91-890D-57ECC4E05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726" y="1828800"/>
            <a:ext cx="3278517" cy="2459442"/>
          </a:xfrm>
          <a:prstGeom prst="rect">
            <a:avLst/>
          </a:prstGeom>
        </p:spPr>
      </p:pic>
      <p:pic>
        <p:nvPicPr>
          <p:cNvPr id="10" name="Picture 20486" descr="image.jpeg">
            <a:extLst>
              <a:ext uri="{FF2B5EF4-FFF2-40B4-BE49-F238E27FC236}">
                <a16:creationId xmlns:a16="http://schemas.microsoft.com/office/drawing/2014/main" id="{FE67B222-18E4-EB5F-E140-686675B62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963" y="1828800"/>
            <a:ext cx="3278517" cy="2459442"/>
          </a:xfrm>
          <a:prstGeom prst="rect">
            <a:avLst/>
          </a:prstGeom>
        </p:spPr>
      </p:pic>
      <p:pic>
        <p:nvPicPr>
          <p:cNvPr id="13" name="Picture 20487" descr="image.jpeg">
            <a:extLst>
              <a:ext uri="{FF2B5EF4-FFF2-40B4-BE49-F238E27FC236}">
                <a16:creationId xmlns:a16="http://schemas.microsoft.com/office/drawing/2014/main" id="{83F2244A-15BE-96A3-5B7E-222248A1A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488" y="4333962"/>
            <a:ext cx="3278517" cy="2459442"/>
          </a:xfrm>
          <a:prstGeom prst="rect">
            <a:avLst/>
          </a:prstGeom>
        </p:spPr>
      </p:pic>
      <p:pic>
        <p:nvPicPr>
          <p:cNvPr id="16" name="Picture 20488" descr="image.jpeg">
            <a:extLst>
              <a:ext uri="{FF2B5EF4-FFF2-40B4-BE49-F238E27FC236}">
                <a16:creationId xmlns:a16="http://schemas.microsoft.com/office/drawing/2014/main" id="{28A829C8-3F17-7966-312E-F3C643425E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6726" y="4333962"/>
            <a:ext cx="3278517" cy="2459442"/>
          </a:xfrm>
          <a:prstGeom prst="rect">
            <a:avLst/>
          </a:prstGeom>
        </p:spPr>
      </p:pic>
      <p:pic>
        <p:nvPicPr>
          <p:cNvPr id="20" name="Picture 20489" descr="image.jpeg">
            <a:extLst>
              <a:ext uri="{FF2B5EF4-FFF2-40B4-BE49-F238E27FC236}">
                <a16:creationId xmlns:a16="http://schemas.microsoft.com/office/drawing/2014/main" id="{BE26FB02-7DC7-06D7-6CB8-51468EFEB9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0963" y="4333962"/>
            <a:ext cx="3278517" cy="245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82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FEA5-39C3-2BCD-E8F6-5A82078B5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FD5AF16A-A619-0074-2A3A-3C65FAAAA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 dirty="0"/>
              <a:t>工程事項：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上週的螺絲跟水泥礅座算完成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今天重驗及夆典檢查也完成</a:t>
            </a:r>
            <a:endParaRPr lang="en-US" altLang="zh-TW" sz="2000" b="1"/>
          </a:p>
          <a:p>
            <a:pPr marL="457200" indent="-457200">
              <a:spcBef>
                <a:spcPts val="500"/>
              </a:spcBef>
              <a:buFont typeface="+mj-lt"/>
              <a:buAutoNum type="arabicPeriod"/>
            </a:pPr>
            <a:endParaRPr lang="zh-TW" altLang="en-US" sz="2000" b="1"/>
          </a:p>
          <a:p>
            <a:r>
              <a:rPr lang="zh-TW" altLang="en-US" sz="2000" b="1"/>
              <a:t>以下不能執行：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螢幕未安裝：因業主電源還沒好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接地系統：因業主接地箱還沒好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/>
              <a:t>AC</a:t>
            </a:r>
            <a:r>
              <a:rPr lang="zh-TW" altLang="en-US" sz="2000" b="1"/>
              <a:t> 箱併連：因業主還沒好，</a:t>
            </a:r>
            <a:r>
              <a:rPr lang="en-US" altLang="zh-TW" sz="2000" b="1"/>
              <a:t>AC</a:t>
            </a:r>
            <a:r>
              <a:rPr lang="zh-TW" altLang="en-US" sz="2000" b="1"/>
              <a:t>箱內等</a:t>
            </a:r>
            <a:r>
              <a:rPr lang="en-US" altLang="zh-TW" sz="2000" b="1"/>
              <a:t>CT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E63B7D18-10FF-8D4A-4814-534B43991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兆豐</a:t>
            </a:r>
            <a:r>
              <a:rPr lang="zh-TW" altLang="en-US" sz="3200" b="1"/>
              <a:t>銀行－白龍</a:t>
            </a:r>
            <a:endParaRPr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15672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教育類主題 16x9">
  <a:themeElements>
    <a:clrScheme name="自訂 1">
      <a:dk1>
        <a:srgbClr val="1F497D"/>
      </a:dk1>
      <a:lt1>
        <a:srgbClr val="EEECE1"/>
      </a:lt1>
      <a:dk2>
        <a:srgbClr val="1F497D"/>
      </a:dk2>
      <a:lt2>
        <a:srgbClr val="DBE5F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0525322_TF03462902_TF03462902.potx" id="{75934AA0-EA7E-48C9-AC6C-B8776C9980C1}" vid="{F712579A-141C-4177-A05B-4907AD265093}"/>
    </a:ext>
  </a:extLst>
</a:theme>
</file>

<file path=ppt/theme/theme2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教育類主題簡報：黑板手繪設計 (寬螢幕)</Template>
  <TotalTime>24018</TotalTime>
  <Words>120</Words>
  <Application>Microsoft Office PowerPoint</Application>
  <PresentationFormat>寬螢幕</PresentationFormat>
  <Paragraphs>20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Microsoft JhengHei UI</vt:lpstr>
      <vt:lpstr>微軟正黑體</vt:lpstr>
      <vt:lpstr>Wingdings</vt:lpstr>
      <vt:lpstr>教育類主題 16x9</vt:lpstr>
      <vt:lpstr>PowerPoint 簡報</vt:lpstr>
      <vt:lpstr>法蘭摩沙－鎮寶、名湶、俊雄</vt:lpstr>
      <vt:lpstr>施工進度表</vt:lpstr>
      <vt:lpstr>儀表安裝、配管工程</vt:lpstr>
      <vt:lpstr>兆豐銀行－白龍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工程部週會 會議記錄</dc:title>
  <dc:creator>user</dc:creator>
  <cp:lastModifiedBy>User6</cp:lastModifiedBy>
  <cp:revision>1644</cp:revision>
  <dcterms:created xsi:type="dcterms:W3CDTF">2024-09-06T09:16:56Z</dcterms:created>
  <dcterms:modified xsi:type="dcterms:W3CDTF">2026-10-30T02:50:58Z</dcterms:modified>
</cp:coreProperties>
</file>