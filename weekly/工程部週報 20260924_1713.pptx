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4" r:id="rId2"/>
    <p:sldId id="326" r:id="rId3"/>
    <p:sldId id="328" r:id="rId4"/>
    <p:sldId id="329" r:id="rId5"/>
    <p:sldId id="327" r:id="rId6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67" d="100"/>
          <a:sy n="67" d="100"/>
        </p:scale>
        <p:origin x="9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2026/9/24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2026/9/24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>
            <a:extLst>
              <a:ext uri="{FF2B5EF4-FFF2-40B4-BE49-F238E27FC236}">
                <a16:creationId xmlns:a16="http://schemas.microsoft.com/office/drawing/2014/main" id="{C48D7CCD-D368-0792-F443-70214872DF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備忘稿版面配置區 2">
            <a:extLst>
              <a:ext uri="{FF2B5EF4-FFF2-40B4-BE49-F238E27FC236}">
                <a16:creationId xmlns:a16="http://schemas.microsoft.com/office/drawing/2014/main" id="{BF6A43C3-3BBB-62D6-3885-92DA3A0DB9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7412" name="投影片編號版面配置區 3">
            <a:extLst>
              <a:ext uri="{FF2B5EF4-FFF2-40B4-BE49-F238E27FC236}">
                <a16:creationId xmlns:a16="http://schemas.microsoft.com/office/drawing/2014/main" id="{C9E38ED4-1B0B-74C5-631C-60C70934E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143E22D-7760-4148-AF6B-07C199485AE3}" type="slidenum">
              <a:rPr lang="en-US" altLang="zh-TW" smtClean="0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949694AD-6B06-77BE-32DC-9EAAC2B687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59BFDC9B-97D5-9BF9-544A-3F63C6A82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4E21E262-2998-95B1-F936-6511A4643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A0D6D8ED-937C-42E0-9072-F307F3A75853}" type="slidenum">
              <a:rPr lang="en-US" altLang="zh-TW" smtClean="0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投影片圖像版面配置區 1">
            <a:extLst>
              <a:ext uri="{FF2B5EF4-FFF2-40B4-BE49-F238E27FC236}">
                <a16:creationId xmlns:a16="http://schemas.microsoft.com/office/drawing/2014/main" id="{59BF9234-923D-3AE0-BA32-A34EB4FFCB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備忘稿版面配置區 2">
            <a:extLst>
              <a:ext uri="{FF2B5EF4-FFF2-40B4-BE49-F238E27FC236}">
                <a16:creationId xmlns:a16="http://schemas.microsoft.com/office/drawing/2014/main" id="{B7496509-CD5D-74A6-5C00-6DB119560F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7B9675D8-4847-52AE-743D-8808BA408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F7985738-95B5-42F5-834C-CE438BC40096}" type="slidenum">
              <a:rPr lang="en-US" altLang="zh-TW" smtClean="0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投影片圖像版面配置區 1">
            <a:extLst>
              <a:ext uri="{FF2B5EF4-FFF2-40B4-BE49-F238E27FC236}">
                <a16:creationId xmlns:a16="http://schemas.microsoft.com/office/drawing/2014/main" id="{C6F08EBC-834B-9D1D-62F1-E775927B1F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備忘稿版面配置區 2">
            <a:extLst>
              <a:ext uri="{FF2B5EF4-FFF2-40B4-BE49-F238E27FC236}">
                <a16:creationId xmlns:a16="http://schemas.microsoft.com/office/drawing/2014/main" id="{A085AB14-ECAB-C251-09D1-520FCE0211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3556" name="投影片編號版面配置區 3">
            <a:extLst>
              <a:ext uri="{FF2B5EF4-FFF2-40B4-BE49-F238E27FC236}">
                <a16:creationId xmlns:a16="http://schemas.microsoft.com/office/drawing/2014/main" id="{CFE34665-4AD8-9634-878D-208B209CD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177F1BA0-E9FE-44D6-A12F-B7252989B956}" type="slidenum">
              <a:rPr lang="en-US" altLang="zh-TW" smtClean="0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2026/9/24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2026/09/21</a:t>
            </a:r>
            <a:r>
              <a:rPr lang="zh-TW" altLang="en-US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2026/09/24</a:t>
            </a:r>
            <a:endParaRPr lang="en-US" altLang="zh-TW" sz="2400" b="1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>
            <a:extLst>
              <a:ext uri="{FF2B5EF4-FFF2-40B4-BE49-F238E27FC236}">
                <a16:creationId xmlns:a16="http://schemas.microsoft.com/office/drawing/2014/main" id="{07DE2807-6213-D6EC-E4A2-209F1D489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411163"/>
            <a:ext cx="10460037" cy="1362075"/>
          </a:xfrm>
        </p:spPr>
        <p:txBody>
          <a:bodyPr/>
          <a:lstStyle/>
          <a:p>
            <a:pPr algn="ctr" eaLnBrk="1" hangingPunct="1"/>
            <a:r>
              <a:rPr lang="zh-TW" altLang="en-US" sz="3600" b="1">
                <a:latin typeface="標楷體" panose="03000509000000000000" pitchFamily="65" charset="-120"/>
                <a:ea typeface="標楷體" panose="03000509000000000000" pitchFamily="65" charset="-120"/>
              </a:rPr>
              <a:t>施工報告</a:t>
            </a:r>
            <a:endParaRPr lang="en-US" altLang="zh-TW" sz="3600" b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387" name="投影片編號版面配置區 4">
            <a:extLst>
              <a:ext uri="{FF2B5EF4-FFF2-40B4-BE49-F238E27FC236}">
                <a16:creationId xmlns:a16="http://schemas.microsoft.com/office/drawing/2014/main" id="{17035C8D-F5EB-9B26-4B6B-3C26CFD1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896725" y="6486525"/>
            <a:ext cx="2952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639811-5C36-4FA2-9586-E68BDBEED5BB}" type="slidenum">
              <a:rPr lang="en-US" altLang="zh-TW" sz="12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200"/>
          </a:p>
        </p:txBody>
      </p:sp>
      <p:sp>
        <p:nvSpPr>
          <p:cNvPr id="16388" name="標題 1">
            <a:extLst>
              <a:ext uri="{FF2B5EF4-FFF2-40B4-BE49-F238E27FC236}">
                <a16:creationId xmlns:a16="http://schemas.microsoft.com/office/drawing/2014/main" id="{BB07CA55-F410-8E72-0C84-F716F67F69ED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-23813" y="4014788"/>
            <a:ext cx="37306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zh-TW" sz="1400" b="1">
              <a:solidFill>
                <a:srgbClr val="FF0000"/>
              </a:solidFill>
            </a:endParaRPr>
          </a:p>
        </p:txBody>
      </p:sp>
      <p:sp>
        <p:nvSpPr>
          <p:cNvPr id="17413" name="標題 1">
            <a:extLst>
              <a:ext uri="{FF2B5EF4-FFF2-40B4-BE49-F238E27FC236}">
                <a16:creationId xmlns:a16="http://schemas.microsoft.com/office/drawing/2014/main" id="{F5272B36-5A5B-A88A-FCF3-F89B8FD1A5C9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57175" y="5419725"/>
            <a:ext cx="5632450" cy="120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8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TW" altLang="en-US" sz="1600" b="1" dirty="0">
                <a:solidFill>
                  <a:srgbClr val="FF0000"/>
                </a:solidFill>
              </a:rPr>
              <a:t> </a:t>
            </a:r>
            <a:endParaRPr lang="en-US" altLang="zh-TW" sz="1600" b="1" dirty="0">
              <a:solidFill>
                <a:srgbClr val="FF0000"/>
              </a:solidFill>
            </a:endParaRPr>
          </a:p>
        </p:txBody>
      </p:sp>
      <p:sp>
        <p:nvSpPr>
          <p:cNvPr id="16390" name="文字方塊 1">
            <a:extLst>
              <a:ext uri="{FF2B5EF4-FFF2-40B4-BE49-F238E27FC236}">
                <a16:creationId xmlns:a16="http://schemas.microsoft.com/office/drawing/2014/main" id="{C4E6E7C6-1F06-4EB5-C4F9-C466DD67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08188"/>
            <a:ext cx="10058400" cy="47085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區配管進度 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:100%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拉線進度    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:99%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絕緣導通測試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:100%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儀表安裝    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:97%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儀表結線    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:72%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zh-TW" sz="2000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總進度     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:88.9%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案場協調項目   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1.7</a:t>
            </a:r>
            <a:r>
              <a:rPr lang="zh-TW" altLang="en-US" sz="20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月提供亞通管路組儀表無法安裝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餘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</a:t>
            </a:r>
            <a:r>
              <a:rPr lang="zh-TW" altLang="en-US" sz="20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處</a:t>
            </a:r>
            <a:endParaRPr lang="en-US" altLang="zh-TW" sz="2000" b="1" dirty="0">
              <a:solidFill>
                <a:srgbClr val="00206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b="1" dirty="0">
                <a:solidFill>
                  <a:schemeClr val="bg2">
                    <a:lumMod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2.9/17</a:t>
            </a:r>
            <a:r>
              <a:rPr lang="zh-TW" altLang="en-US" sz="2000" b="1" dirty="0">
                <a:solidFill>
                  <a:schemeClr val="bg2">
                    <a:lumMod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日亞通管路組提</a:t>
            </a:r>
            <a:r>
              <a:rPr lang="en-US" altLang="zh-TW" sz="2000" b="1" dirty="0">
                <a:solidFill>
                  <a:schemeClr val="bg2">
                    <a:lumMod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TIT(</a:t>
            </a:r>
            <a:r>
              <a:rPr lang="zh-TW" altLang="en-US" sz="2000" b="1" dirty="0">
                <a:solidFill>
                  <a:schemeClr val="bg2">
                    <a:lumMod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溫度傳訊器</a:t>
            </a:r>
            <a:r>
              <a:rPr lang="en-US" altLang="zh-TW" sz="2000" b="1" dirty="0">
                <a:solidFill>
                  <a:schemeClr val="bg2">
                    <a:lumMod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餘</a:t>
            </a:r>
            <a:r>
              <a:rPr lang="en-US" altLang="zh-TW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30</a:t>
            </a:r>
            <a:r>
              <a:rPr lang="zh-TW" altLang="en-US" sz="2000" b="1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處</a:t>
            </a:r>
            <a:endParaRPr lang="en-US" altLang="zh-TW" sz="2000" b="1" dirty="0">
              <a:solidFill>
                <a:schemeClr val="bg2">
                  <a:lumMod val="2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公司部門協調項目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無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窒礙難行項目    </a:t>
            </a:r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無</a:t>
            </a:r>
            <a:endParaRPr lang="en-US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zh-TW" altLang="en-US" sz="2000" b="1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>
            <a:extLst>
              <a:ext uri="{FF2B5EF4-FFF2-40B4-BE49-F238E27FC236}">
                <a16:creationId xmlns:a16="http://schemas.microsoft.com/office/drawing/2014/main" id="{B056BAFC-90CC-A219-CF66-924B2399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411163"/>
            <a:ext cx="10460037" cy="1362075"/>
          </a:xfrm>
        </p:spPr>
        <p:txBody>
          <a:bodyPr/>
          <a:lstStyle/>
          <a:p>
            <a:pPr algn="ctr" eaLnBrk="1" hangingPunct="1"/>
            <a:r>
              <a:rPr lang="zh-TW" altLang="en-US" sz="3600" b="1">
                <a:latin typeface="標楷體" panose="03000509000000000000" pitchFamily="65" charset="-120"/>
                <a:ea typeface="標楷體" panose="03000509000000000000" pitchFamily="65" charset="-120"/>
              </a:rPr>
              <a:t>施工進度表</a:t>
            </a:r>
            <a:endParaRPr lang="en-US" altLang="zh-TW" sz="3600" b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8435" name="圖片 12">
            <a:extLst>
              <a:ext uri="{FF2B5EF4-FFF2-40B4-BE49-F238E27FC236}">
                <a16:creationId xmlns:a16="http://schemas.microsoft.com/office/drawing/2014/main" id="{C6AB0EB4-D6CF-7CA2-55B7-4F89FD12B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35150" y="2360613"/>
            <a:ext cx="74295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標題 1">
            <a:extLst>
              <a:ext uri="{FF2B5EF4-FFF2-40B4-BE49-F238E27FC236}">
                <a16:creationId xmlns:a16="http://schemas.microsoft.com/office/drawing/2014/main" id="{20FC079A-14C0-A769-8914-4643452A01DA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-15875" y="3919538"/>
            <a:ext cx="3732213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zh-TW" sz="1400" b="1">
              <a:solidFill>
                <a:srgbClr val="FF0000"/>
              </a:solidFill>
            </a:endParaRP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88E4118-B9B7-86D6-19BE-605B6D7753B6}"/>
              </a:ext>
            </a:extLst>
          </p:cNvPr>
          <p:cNvSpPr/>
          <p:nvPr/>
        </p:nvSpPr>
        <p:spPr>
          <a:xfrm>
            <a:off x="-1903413" y="3597275"/>
            <a:ext cx="7566026" cy="16764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04D9FC56-7C74-0A4D-3B4F-A170CFCFEB22}"/>
              </a:ext>
            </a:extLst>
          </p:cNvPr>
          <p:cNvSpPr/>
          <p:nvPr/>
        </p:nvSpPr>
        <p:spPr>
          <a:xfrm rot="10800000">
            <a:off x="5707063" y="4240213"/>
            <a:ext cx="719137" cy="47942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18439" name="圖片 2">
            <a:extLst>
              <a:ext uri="{FF2B5EF4-FFF2-40B4-BE49-F238E27FC236}">
                <a16:creationId xmlns:a16="http://schemas.microsoft.com/office/drawing/2014/main" id="{FECC3C2E-2BBE-6450-ACC8-9914A61D2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650" y="1595438"/>
            <a:ext cx="7516813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圖片 4">
            <a:extLst>
              <a:ext uri="{FF2B5EF4-FFF2-40B4-BE49-F238E27FC236}">
                <a16:creationId xmlns:a16="http://schemas.microsoft.com/office/drawing/2014/main" id="{D118EB35-4076-79E2-8008-FFF34A24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5581650"/>
            <a:ext cx="2566988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圖片 8">
            <a:extLst>
              <a:ext uri="{FF2B5EF4-FFF2-40B4-BE49-F238E27FC236}">
                <a16:creationId xmlns:a16="http://schemas.microsoft.com/office/drawing/2014/main" id="{7992EC58-0DA3-D26E-3DDA-BE9376821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763" y="5599113"/>
            <a:ext cx="39560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>
            <a:extLst>
              <a:ext uri="{FF2B5EF4-FFF2-40B4-BE49-F238E27FC236}">
                <a16:creationId xmlns:a16="http://schemas.microsoft.com/office/drawing/2014/main" id="{599266C2-0786-7847-8FDA-67E60F14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411163"/>
            <a:ext cx="10460037" cy="1362075"/>
          </a:xfrm>
        </p:spPr>
        <p:txBody>
          <a:bodyPr/>
          <a:lstStyle/>
          <a:p>
            <a:pPr algn="ctr" eaLnBrk="1" hangingPunct="1"/>
            <a:r>
              <a:rPr lang="zh-TW" altLang="en-US" sz="3600" b="1">
                <a:latin typeface="標楷體" panose="03000509000000000000" pitchFamily="65" charset="-120"/>
                <a:ea typeface="標楷體" panose="03000509000000000000" pitchFamily="65" charset="-120"/>
              </a:rPr>
              <a:t>儀表安裝、配管工程</a:t>
            </a:r>
            <a:endParaRPr lang="en-US" altLang="zh-TW" sz="3600" b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483" name="投影片編號版面配置區 4">
            <a:extLst>
              <a:ext uri="{FF2B5EF4-FFF2-40B4-BE49-F238E27FC236}">
                <a16:creationId xmlns:a16="http://schemas.microsoft.com/office/drawing/2014/main" id="{EC2BA47B-4EB6-33BD-27B3-6D4CA06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896725" y="6486525"/>
            <a:ext cx="2952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8C8A57-1540-4270-8CD0-DA551DEB8F23}" type="slidenum">
              <a:rPr lang="en-US" altLang="zh-TW" sz="12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200"/>
          </a:p>
        </p:txBody>
      </p:sp>
      <p:sp>
        <p:nvSpPr>
          <p:cNvPr id="20484" name="標題 1">
            <a:extLst>
              <a:ext uri="{FF2B5EF4-FFF2-40B4-BE49-F238E27FC236}">
                <a16:creationId xmlns:a16="http://schemas.microsoft.com/office/drawing/2014/main" id="{78BBBD88-23EE-6943-4A46-46EF0E43A9D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-23813" y="4014788"/>
            <a:ext cx="37306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zh-TW" sz="1400" b="1">
              <a:solidFill>
                <a:srgbClr val="FF0000"/>
              </a:solidFill>
            </a:endParaRPr>
          </a:p>
        </p:txBody>
      </p:sp>
      <p:sp>
        <p:nvSpPr>
          <p:cNvPr id="17413" name="標題 1">
            <a:extLst>
              <a:ext uri="{FF2B5EF4-FFF2-40B4-BE49-F238E27FC236}">
                <a16:creationId xmlns:a16="http://schemas.microsoft.com/office/drawing/2014/main" id="{EDFC1AB0-A0FA-F96A-F6B4-6318FDC272A1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57175" y="5419725"/>
            <a:ext cx="5632450" cy="120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8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TW" altLang="en-US" sz="1600" b="1" dirty="0">
                <a:solidFill>
                  <a:srgbClr val="FF0000"/>
                </a:solidFill>
              </a:rPr>
              <a:t> </a:t>
            </a:r>
            <a:endParaRPr lang="en-US" altLang="zh-TW" sz="1600" b="1" dirty="0">
              <a:solidFill>
                <a:srgbClr val="FF0000"/>
              </a:solidFill>
            </a:endParaRPr>
          </a:p>
        </p:txBody>
      </p:sp>
      <p:pic>
        <p:nvPicPr>
          <p:cNvPr id="20486" name="圖片 2">
            <a:extLst>
              <a:ext uri="{FF2B5EF4-FFF2-40B4-BE49-F238E27FC236}">
                <a16:creationId xmlns:a16="http://schemas.microsoft.com/office/drawing/2014/main" id="{9EB04CDF-A0C6-1106-EFE8-5ADC3C4BB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574800"/>
            <a:ext cx="3379788" cy="253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圖片 4">
            <a:extLst>
              <a:ext uri="{FF2B5EF4-FFF2-40B4-BE49-F238E27FC236}">
                <a16:creationId xmlns:a16="http://schemas.microsoft.com/office/drawing/2014/main" id="{8B2D61FD-E96D-1EA3-7F0E-72774615D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4268788"/>
            <a:ext cx="3449638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圖片 6">
            <a:extLst>
              <a:ext uri="{FF2B5EF4-FFF2-40B4-BE49-F238E27FC236}">
                <a16:creationId xmlns:a16="http://schemas.microsoft.com/office/drawing/2014/main" id="{E38DDC63-F08D-9C0F-278A-236342DCD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975" y="1608138"/>
            <a:ext cx="3378200" cy="253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9" name="圖片 8">
            <a:extLst>
              <a:ext uri="{FF2B5EF4-FFF2-40B4-BE49-F238E27FC236}">
                <a16:creationId xmlns:a16="http://schemas.microsoft.com/office/drawing/2014/main" id="{B2A5A37E-783A-51A4-7B68-C4431B050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388" y="4335463"/>
            <a:ext cx="3379787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0" name="圖片 10">
            <a:extLst>
              <a:ext uri="{FF2B5EF4-FFF2-40B4-BE49-F238E27FC236}">
                <a16:creationId xmlns:a16="http://schemas.microsoft.com/office/drawing/2014/main" id="{29DC87AF-41FC-1A7E-716B-B06BDF05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1574800"/>
            <a:ext cx="3379787" cy="253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91" name="圖片 12">
            <a:extLst>
              <a:ext uri="{FF2B5EF4-FFF2-40B4-BE49-F238E27FC236}">
                <a16:creationId xmlns:a16="http://schemas.microsoft.com/office/drawing/2014/main" id="{DF9E5682-E3DF-FF8D-2F5F-C6AEFFA35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4289425"/>
            <a:ext cx="3379787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標題 1">
            <a:extLst>
              <a:ext uri="{FF2B5EF4-FFF2-40B4-BE49-F238E27FC236}">
                <a16:creationId xmlns:a16="http://schemas.microsoft.com/office/drawing/2014/main" id="{DBE0D440-472F-46F5-2FD3-F7A7C7FC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0"/>
            <a:ext cx="10460037" cy="1414463"/>
          </a:xfrm>
        </p:spPr>
        <p:txBody>
          <a:bodyPr/>
          <a:lstStyle/>
          <a:p>
            <a:pPr algn="ctr" eaLnBrk="1" hangingPunct="1"/>
            <a:r>
              <a:rPr lang="zh-TW" altLang="en-US" sz="2800" b="1">
                <a:latin typeface="標楷體" panose="03000509000000000000" pitchFamily="65" charset="-120"/>
                <a:ea typeface="標楷體" panose="03000509000000000000" pitchFamily="65" charset="-120"/>
              </a:rPr>
              <a:t>儀表安裝、配管工程</a:t>
            </a:r>
            <a:endParaRPr lang="en-US" altLang="zh-TW" sz="2800" b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531" name="投影片編號版面配置區 4">
            <a:extLst>
              <a:ext uri="{FF2B5EF4-FFF2-40B4-BE49-F238E27FC236}">
                <a16:creationId xmlns:a16="http://schemas.microsoft.com/office/drawing/2014/main" id="{34E8BB2E-F6B0-D449-89EA-57FB7534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896725" y="6486525"/>
            <a:ext cx="2952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F972E5-FCF1-4309-A93A-6A3258F68C01}" type="slidenum">
              <a:rPr lang="en-US" altLang="zh-TW" sz="12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200"/>
          </a:p>
        </p:txBody>
      </p:sp>
      <p:sp>
        <p:nvSpPr>
          <p:cNvPr id="22532" name="標題 1">
            <a:extLst>
              <a:ext uri="{FF2B5EF4-FFF2-40B4-BE49-F238E27FC236}">
                <a16:creationId xmlns:a16="http://schemas.microsoft.com/office/drawing/2014/main" id="{E22C9BCD-BE1A-1D3E-1918-8CB1D444884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-23813" y="4014788"/>
            <a:ext cx="3730626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zh-TW" sz="1400" b="1">
              <a:solidFill>
                <a:srgbClr val="FF0000"/>
              </a:solidFill>
            </a:endParaRPr>
          </a:p>
        </p:txBody>
      </p:sp>
      <p:sp>
        <p:nvSpPr>
          <p:cNvPr id="17413" name="標題 1">
            <a:extLst>
              <a:ext uri="{FF2B5EF4-FFF2-40B4-BE49-F238E27FC236}">
                <a16:creationId xmlns:a16="http://schemas.microsoft.com/office/drawing/2014/main" id="{8CA48FB0-4C92-0F1C-26A0-5B66F8CE70B4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257175" y="5286375"/>
            <a:ext cx="5632450" cy="120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ts val="1500"/>
              </a:spcBef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ts val="3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ts val="3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8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20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marL="285750" indent="-285750" eaLnBrk="1" hangingPunct="1">
              <a:lnSpc>
                <a:spcPct val="95000"/>
              </a:lnSpc>
              <a:spcBef>
                <a:spcPct val="0"/>
              </a:spcBef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TW" sz="14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TW" altLang="en-US" sz="1600" b="1" dirty="0">
                <a:solidFill>
                  <a:srgbClr val="FF0000"/>
                </a:solidFill>
              </a:rPr>
              <a:t> </a:t>
            </a:r>
            <a:endParaRPr lang="en-US" altLang="zh-TW" sz="1600" b="1" dirty="0">
              <a:solidFill>
                <a:srgbClr val="FF0000"/>
              </a:solidFill>
            </a:endParaRPr>
          </a:p>
        </p:txBody>
      </p:sp>
      <p:pic>
        <p:nvPicPr>
          <p:cNvPr id="22534" name="圖片 2">
            <a:extLst>
              <a:ext uri="{FF2B5EF4-FFF2-40B4-BE49-F238E27FC236}">
                <a16:creationId xmlns:a16="http://schemas.microsoft.com/office/drawing/2014/main" id="{BBDB35C7-0E8C-3940-EC12-B0008F093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414463"/>
            <a:ext cx="34671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圖片 4">
            <a:extLst>
              <a:ext uri="{FF2B5EF4-FFF2-40B4-BE49-F238E27FC236}">
                <a16:creationId xmlns:a16="http://schemas.microsoft.com/office/drawing/2014/main" id="{A92319E6-8196-ED20-E10C-3DFA7F38A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950" y="1414463"/>
            <a:ext cx="3490913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圖片 6">
            <a:extLst>
              <a:ext uri="{FF2B5EF4-FFF2-40B4-BE49-F238E27FC236}">
                <a16:creationId xmlns:a16="http://schemas.microsoft.com/office/drawing/2014/main" id="{A401786E-1539-A964-6223-81BAB5A3E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263" y="1414463"/>
            <a:ext cx="34671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圖片 8">
            <a:extLst>
              <a:ext uri="{FF2B5EF4-FFF2-40B4-BE49-F238E27FC236}">
                <a16:creationId xmlns:a16="http://schemas.microsoft.com/office/drawing/2014/main" id="{ED8E085D-E184-FAB9-E273-397F3BA29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4251325"/>
            <a:ext cx="34671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圖片 10">
            <a:extLst>
              <a:ext uri="{FF2B5EF4-FFF2-40B4-BE49-F238E27FC236}">
                <a16:creationId xmlns:a16="http://schemas.microsoft.com/office/drawing/2014/main" id="{1207611A-9888-5EE4-8371-9B70EE797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063" y="4246563"/>
            <a:ext cx="3479800" cy="261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圖片 12">
            <a:extLst>
              <a:ext uri="{FF2B5EF4-FFF2-40B4-BE49-F238E27FC236}">
                <a16:creationId xmlns:a16="http://schemas.microsoft.com/office/drawing/2014/main" id="{74CBD73A-BF7B-E494-B65A-D23992168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650" y="4251325"/>
            <a:ext cx="34671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23500</TotalTime>
  <Words>123</Words>
  <Application>Microsoft Office PowerPoint</Application>
  <PresentationFormat>寬螢幕</PresentationFormat>
  <Paragraphs>83</Paragraphs>
  <Slides>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Microsoft JhengHei UI</vt:lpstr>
      <vt:lpstr>微軟正黑體</vt:lpstr>
      <vt:lpstr>標楷體</vt:lpstr>
      <vt:lpstr>Arial</vt:lpstr>
      <vt:lpstr>Wingdings</vt:lpstr>
      <vt:lpstr>教育類主題 16x9</vt:lpstr>
      <vt:lpstr>PowerPoint 簡報</vt:lpstr>
      <vt:lpstr>施工報告</vt:lpstr>
      <vt:lpstr>施工進度表</vt:lpstr>
      <vt:lpstr>儀表安裝、配管工程</vt:lpstr>
      <vt:lpstr>儀表安裝、配管工程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1597</cp:revision>
  <dcterms:created xsi:type="dcterms:W3CDTF">2024-09-06T09:16:56Z</dcterms:created>
  <dcterms:modified xsi:type="dcterms:W3CDTF">2026-09-24T09:12:53Z</dcterms:modified>
</cp:coreProperties>
</file>