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4" r:id="rId2"/>
    <p:sldId id="707" r:id="rId3"/>
    <p:sldId id="328" r:id="rId4"/>
    <p:sldId id="715" r:id="rId5"/>
    <p:sldId id="705" r:id="rId6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67" d="100"/>
          <a:sy n="67" d="100"/>
        </p:scale>
        <p:origin x="9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2026/10/30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2026/10/30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2026/10/30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2026/10/27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2026/10/30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chemeClr val="tx2"/>
                </a:solidFill>
              </a:rPr>
              <a:t>Tube</a:t>
            </a:r>
            <a:r>
              <a:rPr lang="zh-TW" altLang="en-US" sz="2000" b="1">
                <a:solidFill>
                  <a:schemeClr val="tx2"/>
                </a:solidFill>
              </a:rPr>
              <a:t> 管安裝：</a:t>
            </a:r>
            <a:r>
              <a:rPr lang="en-US" altLang="zh-TW" sz="2000" b="1">
                <a:solidFill>
                  <a:schemeClr val="tx2"/>
                </a:solidFill>
              </a:rPr>
              <a:t>74%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儀表結線：</a:t>
            </a:r>
            <a:r>
              <a:rPr lang="en-US" altLang="zh-TW" sz="2000" b="1">
                <a:solidFill>
                  <a:schemeClr val="tx2"/>
                </a:solidFill>
              </a:rPr>
              <a:t>96%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總進度：</a:t>
            </a:r>
            <a:r>
              <a:rPr lang="en-US" altLang="zh-TW" sz="2000" b="1">
                <a:solidFill>
                  <a:schemeClr val="tx2"/>
                </a:solidFill>
              </a:rPr>
              <a:t>91.9%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4ABDB5-E556-6502-5EA8-B8A89E7E9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3770948"/>
            <a:ext cx="7888914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pic>
        <p:nvPicPr>
          <p:cNvPr id="6" name="圖片 2">
            <a:extLst>
              <a:ext uri="{FF2B5EF4-FFF2-40B4-BE49-F238E27FC236}">
                <a16:creationId xmlns:a16="http://schemas.microsoft.com/office/drawing/2014/main" id="{E8429866-1EF4-DEFE-36C9-D95114F5D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2" y="1828456"/>
            <a:ext cx="9363075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71E8A796-888B-988C-6E9D-06AE6F492A7A}"/>
              </a:ext>
            </a:extLst>
          </p:cNvPr>
          <p:cNvGrpSpPr/>
          <p:nvPr/>
        </p:nvGrpSpPr>
        <p:grpSpPr>
          <a:xfrm>
            <a:off x="3322638" y="6176619"/>
            <a:ext cx="5546725" cy="590550"/>
            <a:chOff x="5230812" y="6176619"/>
            <a:chExt cx="5546725" cy="590550"/>
          </a:xfrm>
        </p:grpSpPr>
        <p:pic>
          <p:nvPicPr>
            <p:cNvPr id="9" name="圖片 4">
              <a:extLst>
                <a:ext uri="{FF2B5EF4-FFF2-40B4-BE49-F238E27FC236}">
                  <a16:creationId xmlns:a16="http://schemas.microsoft.com/office/drawing/2014/main" id="{C6B64960-DD9F-E17A-78D6-5D7BC080DB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812" y="6176619"/>
              <a:ext cx="2155825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圖片 6">
              <a:extLst>
                <a:ext uri="{FF2B5EF4-FFF2-40B4-BE49-F238E27FC236}">
                  <a16:creationId xmlns:a16="http://schemas.microsoft.com/office/drawing/2014/main" id="{057848EB-E4A4-3CCA-2273-442689BFA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6637" y="6176619"/>
              <a:ext cx="3390900" cy="590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C170-F040-CA04-6085-24777147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B659C5A-D824-B94A-97C7-E2FE0D79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0484" descr="image.jpeg">
            <a:extLst>
              <a:ext uri="{FF2B5EF4-FFF2-40B4-BE49-F238E27FC236}">
                <a16:creationId xmlns:a16="http://schemas.microsoft.com/office/drawing/2014/main" id="{B174FA21-4713-5BE3-DB5A-F79D4D22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488" y="1828800"/>
            <a:ext cx="3278517" cy="2459442"/>
          </a:xfrm>
          <a:prstGeom prst="rect">
            <a:avLst/>
          </a:prstGeom>
        </p:spPr>
      </p:pic>
      <p:pic>
        <p:nvPicPr>
          <p:cNvPr id="7" name="Picture 20485" descr="image.jpeg">
            <a:extLst>
              <a:ext uri="{FF2B5EF4-FFF2-40B4-BE49-F238E27FC236}">
                <a16:creationId xmlns:a16="http://schemas.microsoft.com/office/drawing/2014/main" id="{9FC08E62-AD4E-6C91-890D-57ECC4E05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26" y="1828800"/>
            <a:ext cx="3278517" cy="2459442"/>
          </a:xfrm>
          <a:prstGeom prst="rect">
            <a:avLst/>
          </a:prstGeom>
        </p:spPr>
      </p:pic>
      <p:pic>
        <p:nvPicPr>
          <p:cNvPr id="10" name="Picture 20486" descr="image.jpeg">
            <a:extLst>
              <a:ext uri="{FF2B5EF4-FFF2-40B4-BE49-F238E27FC236}">
                <a16:creationId xmlns:a16="http://schemas.microsoft.com/office/drawing/2014/main" id="{FE67B222-18E4-EB5F-E140-686675B6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963" y="1828800"/>
            <a:ext cx="3278517" cy="2459442"/>
          </a:xfrm>
          <a:prstGeom prst="rect">
            <a:avLst/>
          </a:prstGeom>
        </p:spPr>
      </p:pic>
      <p:pic>
        <p:nvPicPr>
          <p:cNvPr id="13" name="Picture 20487" descr="image.jpeg">
            <a:extLst>
              <a:ext uri="{FF2B5EF4-FFF2-40B4-BE49-F238E27FC236}">
                <a16:creationId xmlns:a16="http://schemas.microsoft.com/office/drawing/2014/main" id="{83F2244A-15BE-96A3-5B7E-222248A1A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488" y="4333962"/>
            <a:ext cx="3278517" cy="2459442"/>
          </a:xfrm>
          <a:prstGeom prst="rect">
            <a:avLst/>
          </a:prstGeom>
        </p:spPr>
      </p:pic>
      <p:pic>
        <p:nvPicPr>
          <p:cNvPr id="16" name="Picture 20488" descr="image.jpeg">
            <a:extLst>
              <a:ext uri="{FF2B5EF4-FFF2-40B4-BE49-F238E27FC236}">
                <a16:creationId xmlns:a16="http://schemas.microsoft.com/office/drawing/2014/main" id="{28A829C8-3F17-7966-312E-F3C643425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726" y="4333962"/>
            <a:ext cx="3278517" cy="2459442"/>
          </a:xfrm>
          <a:prstGeom prst="rect">
            <a:avLst/>
          </a:prstGeom>
        </p:spPr>
      </p:pic>
      <p:pic>
        <p:nvPicPr>
          <p:cNvPr id="20" name="Picture 20489" descr="image.jpeg">
            <a:extLst>
              <a:ext uri="{FF2B5EF4-FFF2-40B4-BE49-F238E27FC236}">
                <a16:creationId xmlns:a16="http://schemas.microsoft.com/office/drawing/2014/main" id="{BE26FB02-7DC7-06D7-6CB8-51468EFEB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963" y="4333962"/>
            <a:ext cx="3278517" cy="245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上週的螺絲跟水泥礅座算完成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今天重驗及夆典檢查也完成</a:t>
            </a:r>
            <a:endParaRPr lang="en-US" altLang="zh-TW" sz="2000" b="1"/>
          </a:p>
          <a:p>
            <a:pPr marL="457200" indent="-457200">
              <a:spcBef>
                <a:spcPts val="500"/>
              </a:spcBef>
              <a:buFont typeface="+mj-lt"/>
              <a:buAutoNum type="arabicPeriod"/>
            </a:pPr>
            <a:endParaRPr lang="zh-TW" altLang="en-US" sz="2000" b="1"/>
          </a:p>
          <a:p>
            <a:r>
              <a:rPr lang="zh-TW" altLang="en-US" sz="2000" b="1"/>
              <a:t>以下不能執行：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螢幕未安裝：因業主電源還沒好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接地系統：因業主接地箱還沒好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/>
              <a:t>AC</a:t>
            </a:r>
            <a:r>
              <a:rPr lang="zh-TW" altLang="en-US" sz="2000" b="1"/>
              <a:t> 箱併連：因業主還沒好，</a:t>
            </a:r>
            <a:r>
              <a:rPr lang="en-US" altLang="zh-TW" sz="2000" b="1"/>
              <a:t>AC</a:t>
            </a:r>
            <a:r>
              <a:rPr lang="zh-TW" altLang="en-US" sz="2000" b="1"/>
              <a:t>箱內等</a:t>
            </a:r>
            <a:r>
              <a:rPr lang="en-US" altLang="zh-TW" sz="2000" b="1"/>
              <a:t>CT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</a:t>
            </a:r>
            <a:r>
              <a:rPr lang="zh-TW" altLang="en-US" sz="3200" b="1"/>
              <a:t>銀行－白龍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24018</TotalTime>
  <Words>120</Words>
  <Application>Microsoft Office PowerPoint</Application>
  <PresentationFormat>寬螢幕</PresentationFormat>
  <Paragraphs>20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Microsoft JhengHei UI</vt:lpstr>
      <vt:lpstr>微軟正黑體</vt:lpstr>
      <vt:lpstr>Wingdings</vt:lpstr>
      <vt:lpstr>教育類主題 16x9</vt:lpstr>
      <vt:lpstr>PowerPoint 簡報</vt:lpstr>
      <vt:lpstr>法蘭摩沙－鎮寶、名湶、俊雄</vt:lpstr>
      <vt:lpstr>施工進度表</vt:lpstr>
      <vt:lpstr>儀表安裝、配管工程</vt:lpstr>
      <vt:lpstr>兆豐銀行－白龍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1645</cp:revision>
  <dcterms:created xsi:type="dcterms:W3CDTF">2024-09-06T09:16:56Z</dcterms:created>
  <dcterms:modified xsi:type="dcterms:W3CDTF">2026-10-30T03:05:05Z</dcterms:modified>
</cp:coreProperties>
</file>